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TSN Switch Manager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KETI 전자부품연구원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1. TSN 기술 개요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2. 시스템 구성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3. 대시보드 기능 소개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4. 개발 결과물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5. 시연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TSN (Time-Sensitive Networking) 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IEEE 802.1 표준 기반의 결정론적 이더넷 기술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기존 이더넷에 시간 동기화, 트래픽 스케줄링, 대역폭 보장 기능 추가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산업 자동화, 자동차, 오디오/비디오 스트리밍 분야에 적용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핵심 특징: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- 저지연: 마이크로초 단위의 예측 가능한 지연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- 시간 동기화: 네트워크 전체 1μs 이하 동기화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- 대역폭 보장: 중요 트래픽에 대한 대역폭 예약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- 공존성: 일반 이더넷 트래픽과 공존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TSN 핵심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1. PTP (Precision Time Protocol) - IEEE 802.1AS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네트워크 전체 시간 동기화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Grandmaster(GM) 클럭 기준으로 모든 노드 동기화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나노초(ns) 단위 정밀도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2. TAS (Time-Aware Shaper) - IEEE 802.1Qbv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시간 기반 트래픽 스케줄링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Gate Control List(GCL)로 전송 시점 제어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3. CBS (Credit-Based Shaper) - IEEE 802.1Qav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크레딧 기반 대역폭 제어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SR Class A/B 트래픽에 대역폭 보장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PTP 동작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동기화 과정: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1. GM이 Sync 메시지 전송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2. Slave가 Delay Request 전송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3. 경로 지연(Path Delay) 계산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4. 클럭 오프셋 보정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토폴로지: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Grandmaster ←→ Slave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 (Board 1)      (Board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주요 파라미터: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Clock Offset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클럭 차이 (목표: ±50ns 이내)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Path Delay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네트워크 전송 지연 (~5μs)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Sync Interval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동기화 주기 (125ms)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 동작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Gate Control List (GCL):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8개 Traffic Class (TC0~TC7)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각 슬롯에서 열림/닫힘 상태 제어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1초 사이클, 8개 슬롯 × 125ms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트래픽 클래스: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TC0: BE(BG) - Best Effort (Background)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TC5: Voice - 음성 트래픽 (SR Class A)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TC6: Video - 영상 트래픽 (SR Class B)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TC7: NC - Network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CBS 동작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파라미터: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idleSlope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대기 시 크레딧 충전 속도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sendSlope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전송 시 크레딧 소비 속도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크레딧 &gt; 0 일 때만 전송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대역폭 할당 예시: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TC5 (Voice): 250 Mbps (25%)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TC6 (Video): 375 Mbps (37.5%)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Best Effort: 375 Mbps (37.5%)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시스템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하드웨어: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TSN 스위치 보드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칩셋: Microchip LAN9692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포트: 9포트 TSN 지원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속도: 1Gbps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네트워크 토폴로지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Board #1 (GM) ↔ Board #2 (Slave)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소프트웨어: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웹 대시보드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Frontend: HTML5, CSS3, JS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배포: GitHub Pages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실시간 업데이트: 8Hz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주요 기능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PTP, TAS, CBS 모니터링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- 디바이스 상태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PTP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실시간 모니터링 항목: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Clock Offset: GM과의 시간 차이 (ns)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Path Delay: 네트워크 전송 지연 (μs)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Steps Removed: GM으로부터의 홉 수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Clock Class: IEEE 1588 클럭 등급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그래프: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Clock Offset History (실시간 그래프)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200 샘플 유지, 8Hz 업데이트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상태: Locked (|offset| &lt; 50ns) / Acquiring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Gate Control List (GCL) 매트릭스: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8개 슬롯 × 8개 Traffic Class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각 셀: 게이트 열림(●) / 닫힘(○)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GCL Timeline: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1초 사이클 시각화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TC별 게이트 열림 구간 표시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Traffic Test: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모든 TC에 트래픽 발생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지연시간, 지터 측정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CBS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Queue Configuration: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8개 큐 (TC0~TC7) 설정 표시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idleSlope, sendSlope 값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Credit Level Monitor: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TC5, TC6 크레딧 변화 그래프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실시간 업데이트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Bandwidth Test: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지정 대역폭으로 트래픽 발생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달성률, 손실률 측정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Device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디바이스 카드: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보드별 상태 (Online/Offline)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역할, IP, MAC, 포트 수, Uptime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Network Topology: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PTP 계층 구조 시각화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GM → Slave 연결 표시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Port Status: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포트별 링크 상태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• RX/TX 바이트, 패킷 카운트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개발 결과물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완료 항목: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웹 기반 TSN 대시보드 UI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PTP 동기화 시뮬레이션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TAS GCL 시각화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CBS 크레딧 모니터링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디바이스 상태 모니터링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실시간 그래프 (Canvas)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Retina 디스플레이 지원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✓ GitHub Pages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기술 스택: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Frontend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HTML5, CSS3, JavaScript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그래프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Canvas API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• 배포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  GitHub Pages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접속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웹 대시보드 URL: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https://hwkim3330.github.io/keti-tsn-cli-ui-sim/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GitHub Repository: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https://github.com/hwkim3330/keti-tsn-cli-ui-sim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시연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1. PTP Dashboard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보드 선택 → 오프셋 값 확인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실시간 그래프 동작 확인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2. TAS Dashboard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GCL 매트릭스 확인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Traffic Test 실행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3. CBS Dashboard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Credit Monitor 그래프 확인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Bandwidth Test 실행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4. Device Status</a:t>
            </a:r>
          </a:p>
          <a:p>
            <a:pPr>
              <a:spcAft>
                <a:spcPts val="1200"/>
              </a:spcAft>
              <a:defRPr sz="2000">
                <a:solidFill>
                  <a:srgbClr val="334155"/>
                </a:solidFill>
              </a:defRPr>
            </a:pPr>
            <a:r>
              <a:t>   • 토폴로지 및 포트 상태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